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ApexPlanet Data Analytics Internship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Sales Analytics — End-to-End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Dataset: 1,000 transaction rows</a:t>
            </a:r>
          </a:p>
          <a:p>
            <a:pPr>
              <a:spcAft>
                <a:spcPts val="1200"/>
              </a:spcAft>
              <a:defRPr sz="1800"/>
            </a:pPr>
            <a:r>
              <a:t>Total sales: 139,399,439.65</a:t>
            </a:r>
          </a:p>
          <a:p>
            <a:pPr>
              <a:spcAft>
                <a:spcPts val="1200"/>
              </a:spcAft>
              <a:defRPr sz="1800"/>
            </a:pPr>
            <a:r>
              <a:t>Scope: Data cleaning → EDA → dashboarding → statistical validation</a:t>
            </a:r>
          </a:p>
          <a:p>
            <a:pPr>
              <a:spcAft>
                <a:spcPts val="1200"/>
              </a:spcAft>
              <a:defRPr sz="1800"/>
            </a:pPr>
            <a:r>
              <a:t>Business focus: sales and product/category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Task 1 — Data Immersion &amp; Wrangling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Profiled missing values, duplicates, formats and outliers</a:t>
            </a:r>
          </a:p>
          <a:p>
            <a:pPr>
              <a:spcAft>
                <a:spcPts val="1200"/>
              </a:spcAft>
              <a:defRPr sz="1800"/>
            </a:pPr>
            <a:r>
              <a:t>20 missing Age values → median imputation (41)</a:t>
            </a:r>
          </a:p>
          <a:p>
            <a:pPr>
              <a:spcAft>
                <a:spcPts val="1200"/>
              </a:spcAft>
              <a:defRPr sz="1800"/>
            </a:pPr>
            <a:r>
              <a:t>13 missing City values → Unknown</a:t>
            </a:r>
          </a:p>
          <a:p>
            <a:pPr>
              <a:spcAft>
                <a:spcPts val="1200"/>
              </a:spcAft>
              <a:defRPr sz="1800"/>
            </a:pPr>
            <a:r>
              <a:t>Repeated source Order_ID values retained and flagged; Transaction_ID created for row-level uniqueness</a:t>
            </a:r>
          </a:p>
          <a:p>
            <a:pPr>
              <a:spcAft>
                <a:spcPts val="1200"/>
              </a:spcAft>
              <a:defRPr sz="1800"/>
            </a:pPr>
            <a:r>
              <a:t>Validated Quantity × Unit_Price against Total_Sales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Task 2 — EDA &amp; Business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Top category: Electronics (50,778,581.70)</a:t>
            </a:r>
          </a:p>
          <a:p>
            <a:pPr>
              <a:spcAft>
                <a:spcPts val="1200"/>
              </a:spcAft>
              <a:defRPr sz="1800"/>
            </a:pPr>
            <a:r>
              <a:t>Top product: Laptop (25,443,008.51)</a:t>
            </a:r>
          </a:p>
          <a:p>
            <a:pPr>
              <a:spcAft>
                <a:spcPts val="1200"/>
              </a:spcAft>
              <a:defRPr sz="1800"/>
            </a:pPr>
            <a:r>
              <a:t>Top city: Patna (19,285,966.89)</a:t>
            </a:r>
          </a:p>
          <a:p>
            <a:pPr>
              <a:spcAft>
                <a:spcPts val="1200"/>
              </a:spcAft>
              <a:defRPr sz="1800"/>
            </a:pPr>
            <a:r>
              <a:t>Highest-sales month: Mar 2025 (13,059,899.94)</a:t>
            </a:r>
          </a:p>
          <a:p>
            <a:pPr>
              <a:spcAft>
                <a:spcPts val="1200"/>
              </a:spcAft>
              <a:defRPr sz="1800"/>
            </a:pPr>
            <a:r>
              <a:t>Unit Price ↔ Total Sales correlation: 0.6863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Task 3 — Deep Dive &amp;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Deep-dive area: Category and product performance</a:t>
            </a:r>
          </a:p>
          <a:p>
            <a:pPr>
              <a:spcAft>
                <a:spcPts val="1200"/>
              </a:spcAft>
              <a:defRPr sz="1800"/>
            </a:pPr>
            <a:r>
              <a:t>Core KPIs: Total Sales, AOV, Transactions, Unique Customers, Units Sold</a:t>
            </a:r>
          </a:p>
          <a:p>
            <a:pPr>
              <a:spcAft>
                <a:spcPts val="1200"/>
              </a:spcAft>
              <a:defRPr sz="1800"/>
            </a:pPr>
            <a:r>
              <a:t>Interactive HTML dashboard prepared with monthly, category and product views</a:t>
            </a:r>
          </a:p>
          <a:p>
            <a:pPr>
              <a:spcAft>
                <a:spcPts val="1200"/>
              </a:spcAft>
              <a:defRPr sz="1800"/>
            </a:pPr>
            <a:r>
              <a:t>Recommended filters: date, category, product, city, gender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Task 4 — Statistical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Test: Welch independent two-sample t-test</a:t>
            </a:r>
          </a:p>
          <a:p>
            <a:pPr>
              <a:spcAft>
                <a:spcPts val="1200"/>
              </a:spcAft>
              <a:defRPr sz="1800"/>
            </a:pPr>
            <a:r>
              <a:t>H0: Female and Male mean transaction sales are equal</a:t>
            </a:r>
          </a:p>
          <a:p>
            <a:pPr>
              <a:spcAft>
                <a:spcPts val="1200"/>
              </a:spcAft>
              <a:defRPr sz="1800"/>
            </a:pPr>
            <a:r>
              <a:t>p-value: 0.495011</a:t>
            </a:r>
          </a:p>
          <a:p>
            <a:pPr>
              <a:spcAft>
                <a:spcPts val="1200"/>
              </a:spcAft>
              <a:defRPr sz="1800"/>
            </a:pPr>
            <a:r>
              <a:t>95% CI for Female − Male mean difference: [-19,079.85, 9,231.58]</a:t>
            </a:r>
          </a:p>
          <a:p>
            <a:pPr>
              <a:spcAft>
                <a:spcPts val="1200"/>
              </a:spcAft>
              <a:defRPr sz="1800"/>
            </a:pPr>
            <a:r>
              <a:t>Conclusion: fail to reject H0 at α=0.05.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Business Takeaways &amp;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Use category/product performance to prioritize commercial attention.</a:t>
            </a:r>
          </a:p>
          <a:p>
            <a:pPr>
              <a:spcAft>
                <a:spcPts val="1200"/>
              </a:spcAft>
              <a:defRPr sz="1800"/>
            </a:pPr>
            <a:r>
              <a:t>Monitor monthly sales movement and city-level concentration.</a:t>
            </a:r>
          </a:p>
          <a:p>
            <a:pPr>
              <a:spcAft>
                <a:spcPts val="1200"/>
              </a:spcAft>
              <a:defRPr sz="1800"/>
            </a:pPr>
            <a:r>
              <a:t>Use dashboard filters to move from portfolio-level KPIs to product-level detail.</a:t>
            </a:r>
          </a:p>
          <a:p>
            <a:pPr>
              <a:spcAft>
                <a:spcPts val="1200"/>
              </a:spcAft>
              <a:defRPr sz="1800"/>
            </a:pPr>
            <a:r>
              <a:t>Treat gender differences as descriptive evidence; do not infer causation from this dataset alone.</a:t>
            </a:r>
          </a:p>
          <a:p>
            <a:pPr>
              <a:spcAft>
                <a:spcPts val="1200"/>
              </a:spcAft>
              <a:defRPr sz="1800"/>
            </a:pPr>
            <a:r>
              <a:t>Keep data-quality flags visible so stakeholders understand how missing and repeated IDs were handled.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